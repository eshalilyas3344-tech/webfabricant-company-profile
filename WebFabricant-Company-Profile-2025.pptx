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BFA34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WebFabricant Limited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Custom Software Engineering •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7863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Building scalable digital products for growth-focused businesses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B2B-Ready Delivery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Secure by Design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Agile + Transparent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Core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What We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Full-Stack Web Applications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Workflow Automation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Custom SaaS Platforms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API Integrations &amp; Modernization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Product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MVP to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Continuous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Preferred Platforms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React for modern front-end experiences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Laravel for robust backend architecture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n8n for workflow orchestration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Make.com for no-code/low-code automations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Cloud-Native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API-First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Automation-Centric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Delivery Bridge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Execution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UK Director for client alignment and governance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Offshore Engineering Team for cost-efficient delivery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Structured QA Process for release confidence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Weekly reporting with milestone transparency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UK Time-Zone Coverage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Cross-Functional Pods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Defined QA 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Data Sovereignty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Compliance-Driven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Primary hosting on AWS London region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UK/EU-aligned infrastructure and data residency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Role-based access controls and encryption policies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Secure backup and disaster recovery standards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GDPR-Aware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AWS London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UK/EU Residency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Case Studies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Selected Projects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B2B Service Marketplace: 35% faster onboarding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Logistics Workflow Automation: 50% manual effort reduction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Enterprise Portal Revamp: 2x performance improvement</a:t>
            </a:r>
          </a:p>
        </p:txBody>
      </p:sp>
      <p:sp>
        <p:nvSpPr>
          <p:cNvPr id="9" name="Oval 8"/>
          <p:cNvSpPr/>
          <p:nvPr/>
        </p:nvSpPr>
        <p:spPr>
          <a:xfrm>
            <a:off x="8778240" y="53949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92640" y="53949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53949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EF3FF"/>
              </a:gs>
              <a:gs pos="100000">
                <a:srgbClr val="F8FAFC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3A8A"/>
                </a:solidFill>
              </a:defRPr>
            </a:pPr>
            <a:r>
              <a:t>Team &amp; Contact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7498079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B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</a:defRPr>
            </a:pPr>
            <a:r>
              <a:t>Who You Work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79"/>
            <a:ext cx="6766559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Leadership: UK-facing strategy and engagement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Engineering: Full-stack developers and automation experts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Quality: Dedicated QA with regression discipline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Contact: hello@webfabricant.com | +44 20 0000 0000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21031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Responsive Communication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Dedicated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4846320"/>
            <a:ext cx="3017520" cy="1097280"/>
          </a:xfrm>
          <a:prstGeom prst="roundRect">
            <a:avLst/>
          </a:prstGeom>
          <a:solidFill>
            <a:srgbClr val="F8FAFC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Long-Term Partnership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3A8A"/>
              </a:gs>
              <a:gs pos="100000">
                <a:srgbClr val="D4AF37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Let's Build Your Next Digital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Ready for B2B pitches, tender submissions, and scalable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7548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WebFabricant Limited • 2025 • Custom Software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